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6F8FF"/>
                </a:solidFill>
                <a:latin typeface="Segoe UI"/>
              </a:rPr>
              <a:t>IoT Security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BB1C4"/>
                </a:solidFill>
                <a:latin typeface="Segoe UI"/>
              </a:rPr>
              <a:t>Lokal tordaky IoT gurluşlarynyň howpsuzlygyny awtomatlaşdyrylan barlamak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84831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6F8FF"/>
                </a:solidFill>
                <a:latin typeface="Segoe UI"/>
              </a:defRPr>
            </a:pPr>
            <a:r>
              <a:t>Adapter saýlamak</a:t>
            </a:r>
          </a:p>
          <a:p>
            <a:pPr>
              <a:spcAft>
                <a:spcPts val="800"/>
              </a:spcAft>
              <a:defRPr sz="1400">
                <a:solidFill>
                  <a:srgbClr val="F6F8FF"/>
                </a:solidFill>
                <a:latin typeface="Segoe UI"/>
              </a:defRPr>
            </a:pPr>
            <a:r>
              <a:t>Gurluşlary tapmak</a:t>
            </a:r>
          </a:p>
          <a:p>
            <a:pPr>
              <a:spcAft>
                <a:spcPts val="800"/>
              </a:spcAft>
              <a:defRPr sz="1400">
                <a:solidFill>
                  <a:srgbClr val="F6F8FF"/>
                </a:solidFill>
                <a:latin typeface="Segoe UI"/>
              </a:defRPr>
            </a:pPr>
            <a:r>
              <a:t>Portlary barlamak</a:t>
            </a:r>
          </a:p>
          <a:p>
            <a:pPr>
              <a:spcAft>
                <a:spcPts val="800"/>
              </a:spcAft>
              <a:defRPr sz="1400">
                <a:solidFill>
                  <a:srgbClr val="F6F8FF"/>
                </a:solidFill>
                <a:latin typeface="Segoe UI"/>
              </a:defRPr>
            </a:pPr>
            <a:r>
              <a:t>Risk we maslahat bermek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892040"/>
            <a:ext cx="1078992" cy="713232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5065776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5020055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5422392"/>
            <a:ext cx="69494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taslamanyň tehniki esasy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4892040"/>
            <a:ext cx="1078992" cy="713232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39112" y="5065776"/>
            <a:ext cx="45720" cy="329184"/>
          </a:xfrm>
          <a:prstGeom prst="roundRect">
            <a:avLst/>
          </a:prstGeom>
          <a:solidFill>
            <a:srgbClr val="3C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5415" y="5020055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PyQt6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422392"/>
            <a:ext cx="69494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taslamanyň tehniki esasy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892040"/>
            <a:ext cx="1078992" cy="713232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73552" y="5065776"/>
            <a:ext cx="45720" cy="329184"/>
          </a:xfrm>
          <a:prstGeom prst="roundRect">
            <a:avLst/>
          </a:prstGeom>
          <a:solidFill>
            <a:srgbClr val="FFC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5020055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Nmap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5422392"/>
            <a:ext cx="69494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taslamanyň tehniki esasy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892040"/>
            <a:ext cx="1078992" cy="713232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7992" y="5065776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5020055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5422392"/>
            <a:ext cx="69494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taslamanyň tehniki esasy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658368"/>
            <a:ext cx="5989320" cy="4983480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606416"/>
            <a:ext cx="5861304" cy="308738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537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BB1C4"/>
                </a:solidFill>
                <a:latin typeface="Segoe UI"/>
              </a:rPr>
              <a:t>IoT Security Scanner  |  Lokal tor howpsuzlygy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648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BB1C4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3152" cy="566928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6F8FF"/>
                </a:solidFill>
                <a:latin typeface="Segoe UI"/>
              </a:rPr>
              <a:t>Mesele we taslamanyň maksady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8638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BB1C4"/>
                </a:solidFill>
                <a:latin typeface="Segoe UI"/>
              </a:rPr>
              <a:t>IoT gurluşlary köpeldi, emma olaryň howpsuzlyk ýagdaýy köplenç gözegçiliksiz galýar.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1C4"/>
                </a:solidFill>
                <a:latin typeface="Segoe U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61872"/>
            <a:ext cx="5074920" cy="4069080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lokal_tor_kartas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1773682"/>
            <a:ext cx="4983480" cy="30454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417320"/>
            <a:ext cx="5074920" cy="1207008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1591056"/>
            <a:ext cx="45720" cy="329184"/>
          </a:xfrm>
          <a:prstGeom prst="roundRect">
            <a:avLst/>
          </a:prstGeom>
          <a:solidFill>
            <a:srgbClr val="FFC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545336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Mesele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47672"/>
            <a:ext cx="46908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IP kameralar, routerler, akylly öý enjamlary we telefonlar lokal torda görünýär, ýöne olaryň açyk portlary we töwekgelçiligi el bilen çalt bahalandyrylmaýar.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88920"/>
            <a:ext cx="5074920" cy="1207008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" y="2962656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916936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Çözgüt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319272"/>
            <a:ext cx="46908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Programma Wi‑Fi/Ethernet adapterini saýlaýar, IP aralygyny kesgitleýär, gurluşlary tapýar, portlary barlaýar we ulanyja düşnükli maslahat berýär.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60520"/>
            <a:ext cx="5074920" cy="1207008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4334256"/>
            <a:ext cx="45720" cy="329184"/>
          </a:xfrm>
          <a:prstGeom prst="roundRect">
            <a:avLst/>
          </a:prstGeom>
          <a:solidFill>
            <a:srgbClr val="3C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288536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Goragda görkezilýän netije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690872"/>
            <a:ext cx="46908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Ulanyjy gara konsolsyz EXE programmasyny açýar, skanirleme geçirýär we netijeleri tablisa, taryh hem-de PDF hasabat görnüşinde görýär.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BB1C4"/>
                </a:solidFill>
                <a:latin typeface="Segoe UI"/>
              </a:rPr>
              <a:t>IoT Security Scanner  |  Lokal tor howpsuzlygy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3152" cy="566928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6F8FF"/>
                </a:solidFill>
                <a:latin typeface="Segoe UI"/>
              </a:rPr>
              <a:t>Ulanylan tehnologiýalar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8638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BB1C4"/>
                </a:solidFill>
                <a:latin typeface="Segoe UI"/>
              </a:rPr>
              <a:t>Taslama ýeňil, açyk çeşmeli we Windows üçin amatly tehnologiýalara esaslanýar.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1C4"/>
                </a:solidFill>
                <a:latin typeface="Segoe U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43000"/>
            <a:ext cx="5074920" cy="4315968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tehnologiyalar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772666"/>
            <a:ext cx="5001768" cy="30566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234440"/>
            <a:ext cx="2487168" cy="9144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1408176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362456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7647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programma logikasy, prosesler we faýllar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234440"/>
            <a:ext cx="2487168" cy="9144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1408176"/>
            <a:ext cx="45720" cy="329184"/>
          </a:xfrm>
          <a:prstGeom prst="roundRect">
            <a:avLst/>
          </a:prstGeom>
          <a:solidFill>
            <a:srgbClr val="3C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1362456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PyQt6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17647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desktop interfeýs, sahypalar we tablisa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96312"/>
            <a:ext cx="2487168" cy="9144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2670048"/>
            <a:ext cx="45720" cy="329184"/>
          </a:xfrm>
          <a:prstGeom prst="roundRect">
            <a:avLst/>
          </a:prstGeom>
          <a:solidFill>
            <a:srgbClr val="FFC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624328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Nmap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0266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host we port skanirlemesi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2496312"/>
            <a:ext cx="2487168" cy="9144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2670048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3" y="2624328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0266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skanirleme taryhy we maglumatlar bazasy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58183"/>
            <a:ext cx="2487168" cy="9144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" y="3931920"/>
            <a:ext cx="45720" cy="329184"/>
          </a:xfrm>
          <a:prstGeom prst="roundRect">
            <a:avLst/>
          </a:prstGeom>
          <a:solidFill>
            <a:srgbClr val="3C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886199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ReportLab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885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PDF hasabat taýýarlamak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3758183"/>
            <a:ext cx="2487168" cy="9144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66160" y="3931920"/>
            <a:ext cx="45720" cy="329184"/>
          </a:xfrm>
          <a:prstGeom prst="roundRect">
            <a:avLst/>
          </a:prstGeom>
          <a:solidFill>
            <a:srgbClr val="FFC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2463" y="3886199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PyInstaller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42885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EXE görnüşinde ýygnamak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BB1C4"/>
                </a:solidFill>
                <a:latin typeface="Segoe UI"/>
              </a:rPr>
              <a:t>IoT Security Scanner  |  Lokal tor howpsuzlygy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3152" cy="566928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6F8FF"/>
                </a:solidFill>
                <a:latin typeface="Segoe UI"/>
              </a:rPr>
              <a:t>Programma arhitekturasy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8638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BB1C4"/>
                </a:solidFill>
                <a:latin typeface="Segoe UI"/>
              </a:rPr>
              <a:t>Her modul öz wezipesini ýerine ýetirýär we umumy skanirleme akymyna birleşýär.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1C4"/>
                </a:solidFill>
                <a:latin typeface="Segoe U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43000"/>
            <a:ext cx="6583680" cy="4480560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programma_arhitekturas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1399540"/>
            <a:ext cx="6492240" cy="3967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71231" y="1353312"/>
            <a:ext cx="374903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F"/>
                </a:solidFill>
                <a:latin typeface="Segoe UI"/>
              </a:defRPr>
            </a:pPr>
            <a:r>
              <a:t>UI moduly: sahypalar, düwmeler, tablisa we gara tema</a:t>
            </a:r>
          </a:p>
          <a:p>
            <a:pPr>
              <a:spcAft>
                <a:spcPts val="800"/>
              </a:spcAft>
              <a:defRPr sz="1300">
                <a:solidFill>
                  <a:srgbClr val="F6F8FF"/>
                </a:solidFill>
                <a:latin typeface="Segoe UI"/>
              </a:defRPr>
            </a:pPr>
            <a:r>
              <a:t>Core moduly: adapter, host tapmak, port barlamak</a:t>
            </a:r>
          </a:p>
          <a:p>
            <a:pPr>
              <a:spcAft>
                <a:spcPts val="800"/>
              </a:spcAft>
              <a:defRPr sz="1300">
                <a:solidFill>
                  <a:srgbClr val="F6F8FF"/>
                </a:solidFill>
                <a:latin typeface="Segoe UI"/>
              </a:defRPr>
            </a:pPr>
            <a:r>
              <a:t>Plugins: Telnet we IoT hyzmatlary boýunça gowşaklyk barlagy</a:t>
            </a:r>
          </a:p>
          <a:p>
            <a:pPr>
              <a:spcAft>
                <a:spcPts val="800"/>
              </a:spcAft>
              <a:defRPr sz="1300">
                <a:solidFill>
                  <a:srgbClr val="F6F8FF"/>
                </a:solidFill>
                <a:latin typeface="Segoe UI"/>
              </a:defRPr>
            </a:pPr>
            <a:r>
              <a:t>Database: netijeleri SQLite bazasynda saklamak</a:t>
            </a:r>
          </a:p>
          <a:p>
            <a:pPr>
              <a:spcAft>
                <a:spcPts val="800"/>
              </a:spcAft>
              <a:defRPr sz="1300">
                <a:solidFill>
                  <a:srgbClr val="F6F8FF"/>
                </a:solidFill>
                <a:latin typeface="Segoe UI"/>
              </a:defRPr>
            </a:pPr>
            <a:r>
              <a:t>Reports: PDF hasabat we diagrammalar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773168"/>
            <a:ext cx="3794760" cy="86868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08392" y="4946904"/>
            <a:ext cx="45720" cy="329184"/>
          </a:xfrm>
          <a:prstGeom prst="roundRect">
            <a:avLst/>
          </a:prstGeom>
          <a:solidFill>
            <a:srgbClr val="3C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4901183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Üstünligi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5303520"/>
            <a:ext cx="341071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Modully gurluş geljekde täze plugin, täze hasabat ýa-da goşmaça skanirleme usulyny goşmagy ýeňilleşdirýär.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BB1C4"/>
                </a:solidFill>
                <a:latin typeface="Segoe UI"/>
              </a:rPr>
              <a:t>IoT Security Scanner  |  Lokal tor howpsuzlygy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3152" cy="566928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6F8FF"/>
                </a:solidFill>
                <a:latin typeface="Segoe UI"/>
              </a:rPr>
              <a:t>Skanirleme algoritmi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8638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BB1C4"/>
                </a:solidFill>
                <a:latin typeface="Segoe UI"/>
              </a:rPr>
              <a:t>Programma diňe port gözlemeýär, ilki gurluşyň torda bardygyny dürli usullar bilen tassyklaýar.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1C4"/>
                </a:solidFill>
                <a:latin typeface="Segoe U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051560"/>
            <a:ext cx="5532120" cy="4617720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skanirleme_algoritmi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692402"/>
            <a:ext cx="5458968" cy="33360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234440"/>
            <a:ext cx="4800600" cy="841248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44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27632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Wi‑Fi/Ethernet ileri tutulýar, VPN awtomatik saýlanmaýar.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13432"/>
            <a:ext cx="4800600" cy="841248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688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2316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Gurluş tapmak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706624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Nmap, ARP cache, Ping we Gateway maglumatlary birleşdirilýär.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92424"/>
            <a:ext cx="4800600" cy="841248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5478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5021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Port barlagy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785615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IoT-de köp duş gelýän portlar barlanýar.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71416"/>
            <a:ext cx="4800600" cy="841248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62686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81144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864608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Açyk hyzmatlara görä pes, orta ýa-da ýokary töwekgelçilik berilýär.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BB1C4"/>
                </a:solidFill>
                <a:latin typeface="Segoe UI"/>
              </a:rPr>
              <a:t>IoT Security Scanner  |  Lokal tor howpsuzlygy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3152" cy="566928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6F8FF"/>
                </a:solidFill>
                <a:latin typeface="Segoe UI"/>
              </a:rPr>
              <a:t>Interfeýs: baş sahypa we skanirleme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8638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BB1C4"/>
                </a:solidFill>
                <a:latin typeface="Segoe UI"/>
              </a:rPr>
              <a:t>Ulanyjy üçin esasy ýol: programma açylýar, adapter saýlanýar we skanirleme başlanýar.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1C4"/>
                </a:solidFill>
                <a:latin typeface="Segoe U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15568"/>
            <a:ext cx="5440680" cy="3035808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20861"/>
            <a:ext cx="5367528" cy="28252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6208" y="1115568"/>
            <a:ext cx="5303520" cy="3035808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255950"/>
            <a:ext cx="5230368" cy="27550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4434840"/>
            <a:ext cx="5440680" cy="877824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4608576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562855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Baş sahypa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965192"/>
            <a:ext cx="5056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Umumy ýagdaý, soňky maglumatlar we çep menýu arkaly ähli sahypalara geçiş.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434840"/>
            <a:ext cx="5303520" cy="877824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4608576"/>
            <a:ext cx="45720" cy="329184"/>
          </a:xfrm>
          <a:prstGeom prst="roundRect">
            <a:avLst/>
          </a:prstGeom>
          <a:solidFill>
            <a:srgbClr val="3C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4562855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Skanirleme sahypasy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965192"/>
            <a:ext cx="4919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Adapter, IP aralygy, progress bar, netijeler tablisası we real wagt loglary.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BB1C4"/>
                </a:solidFill>
                <a:latin typeface="Segoe UI"/>
              </a:rPr>
              <a:t>IoT Security Scanner  |  Lokal tor howpsuzlygy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3152" cy="566928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6F8FF"/>
                </a:solidFill>
                <a:latin typeface="Segoe UI"/>
              </a:rPr>
              <a:t>Netijeleri görmek: Panel, Netijeler, Taryh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8638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BB1C4"/>
                </a:solidFill>
                <a:latin typeface="Segoe UI"/>
              </a:rPr>
              <a:t>Programma skanirleme gutarandan soň netijeleri dürli görnüşde görkezýär.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1C4"/>
                </a:solidFill>
                <a:latin typeface="Segoe U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3749039" cy="2377440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99521"/>
            <a:ext cx="3675887" cy="19363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34840" y="1078992"/>
            <a:ext cx="3749039" cy="2377440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299521"/>
            <a:ext cx="3675887" cy="193638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078992"/>
            <a:ext cx="3429000" cy="2377440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382653"/>
            <a:ext cx="3355848" cy="177011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3822191"/>
            <a:ext cx="3749039" cy="96012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95928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950207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352544"/>
            <a:ext cx="336499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Umumy statistika, soňky skanirleme we howpsuzlyk ýagdaýy.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822191"/>
            <a:ext cx="3749039" cy="96012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9431" y="3995928"/>
            <a:ext cx="45720" cy="329184"/>
          </a:xfrm>
          <a:prstGeom prst="roundRect">
            <a:avLst/>
          </a:prstGeom>
          <a:solidFill>
            <a:srgbClr val="3C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3950207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Netijeler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4352544"/>
            <a:ext cx="336499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IP, MAC, öndüriji, görnüş, tapylan usul, portlar we töwekgelçilik.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3822191"/>
            <a:ext cx="3429000" cy="96012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67344" y="3995928"/>
            <a:ext cx="45720" cy="329184"/>
          </a:xfrm>
          <a:prstGeom prst="roundRect">
            <a:avLst/>
          </a:prstGeom>
          <a:solidFill>
            <a:srgbClr val="FFC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3950207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Taryh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352544"/>
            <a:ext cx="3044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Öňki barlaglary saklamak, deňeşdirmek we hasabat üçin ulanmak.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BB1C4"/>
                </a:solidFill>
                <a:latin typeface="Segoe UI"/>
              </a:rPr>
              <a:t>IoT Security Scanner  |  Lokal tor howpsuzlygy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3152" cy="566928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6F8FF"/>
                </a:solidFill>
                <a:latin typeface="Segoe UI"/>
              </a:rPr>
              <a:t>Goragda görkezilýän amaly netije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8638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BB1C4"/>
                </a:solidFill>
                <a:latin typeface="Segoe UI"/>
              </a:rPr>
              <a:t>Taslama diňe nazary däl, işläp duran desktop programma görnüşinde görkezilýär.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1C4"/>
                </a:solidFill>
                <a:latin typeface="Segoe U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51560"/>
            <a:ext cx="5138928" cy="4370832"/>
          </a:xfrm>
          <a:prstGeom prst="roundRect">
            <a:avLst/>
          </a:prstGeom>
          <a:solidFill>
            <a:srgbClr val="2A2B3F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risk_modeli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689100"/>
            <a:ext cx="5065776" cy="30957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207008"/>
            <a:ext cx="5074920" cy="804672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1380744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335024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1. Dogry tor saýlanýar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737360"/>
            <a:ext cx="46908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Programma Wi‑Fi/Ethernet adapterini tapýar we IP aralygyny awtomatik doldurýar.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12848"/>
            <a:ext cx="5074920" cy="804672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" y="2386584"/>
            <a:ext cx="45720" cy="329184"/>
          </a:xfrm>
          <a:prstGeom prst="roundRect">
            <a:avLst/>
          </a:prstGeom>
          <a:solidFill>
            <a:srgbClr val="3C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340864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2. Gurluşlar görkezilýär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43200"/>
            <a:ext cx="46908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Router, kompýuter, telefon ýa-da IoT kandidat gurluşlar tablisa düşýär.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18688"/>
            <a:ext cx="5074920" cy="804672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3392424"/>
            <a:ext cx="45720" cy="329184"/>
          </a:xfrm>
          <a:prstGeom prst="roundRect">
            <a:avLst/>
          </a:prstGeom>
          <a:solidFill>
            <a:srgbClr val="FFC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346704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3. Töwekgelçilik düşündirilýär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749039"/>
            <a:ext cx="46908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Açyk portlar we hyzmatlara görä risk derejesi hem-de maslahat berilýär.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24528"/>
            <a:ext cx="5074920" cy="804672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52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59" y="4398264"/>
            <a:ext cx="45720" cy="329184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52544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8FF"/>
                </a:solidFill>
                <a:latin typeface="Segoe UI"/>
              </a:rPr>
              <a:t>4. Hasabat taýýarlanýar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754880"/>
            <a:ext cx="46908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B1C4"/>
                </a:solidFill>
                <a:latin typeface="Segoe UI"/>
              </a:rPr>
              <a:t>Netijeler bazada saklanýar we diplom goragy üçin PDF hasabat eksport edilýär.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65099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F8FF"/>
                </a:solidFill>
                <a:latin typeface="Segoe UI"/>
              </a:rPr>
              <a:t>Netije: IoT torunyň başlangyç howpsuzlyk auditi has çalt, düşnükli we görkezmek üçin amatly bolýar.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BB1C4"/>
                </a:solidFill>
                <a:latin typeface="Segoe UI"/>
              </a:rPr>
              <a:t>IoT Security Scanner  |  Lokal tor howpsuzlygy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